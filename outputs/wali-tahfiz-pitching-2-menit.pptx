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abf8b321214c28" /><Relationship Type="http://schemas.openxmlformats.org/officeDocument/2006/relationships/extended-properties" Target="/docProps/app.xml" Id="R45f73614f95e47d5" /><Relationship Type="http://schemas.openxmlformats.org/officeDocument/2006/relationships/officeDocument" Target="/ppt/presentation.xml" Id="R0ef41adfde0147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e7bd367f624c36"/>
  </p:sldMasterIdLst>
  <p:notesMasterIdLst>
    <p:notesMasterId xmlns:r="http://schemas.openxmlformats.org/officeDocument/2006/relationships" r:id="R5c51da9ed4b6478c"/>
  </p:notesMasterIdLst>
  <p:sldIdLst>
    <p:sldId xmlns:r="http://schemas.openxmlformats.org/officeDocument/2006/relationships" id="256" r:id="Rc1b1efe2f6844c47"/>
    <p:sldId xmlns:r="http://schemas.openxmlformats.org/officeDocument/2006/relationships" id="257" r:id="R138db9760b424f4e"/>
    <p:sldId xmlns:r="http://schemas.openxmlformats.org/officeDocument/2006/relationships" id="258" r:id="Rda93c34def974aa2"/>
    <p:sldId xmlns:r="http://schemas.openxmlformats.org/officeDocument/2006/relationships" id="259" r:id="R603400f493434242"/>
    <p:sldId xmlns:r="http://schemas.openxmlformats.org/officeDocument/2006/relationships" id="260" r:id="Rb949bea9e33749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f8b7ad24594602" /><Relationship Type="http://schemas.openxmlformats.org/officeDocument/2006/relationships/slideMaster" Target="/ppt/slideMasters/slideMaster1.xml" Id="Re8e7bd367f624c36" /><Relationship Type="http://schemas.openxmlformats.org/officeDocument/2006/relationships/notesMaster" Target="/ppt/notesMasters/notesMaster1.xml" Id="R5c51da9ed4b6478c" /><Relationship Type="http://schemas.openxmlformats.org/officeDocument/2006/relationships/presProps" Target="/ppt/presProps.xml" Id="R4a4673eadf794495" /><Relationship Type="http://schemas.openxmlformats.org/officeDocument/2006/relationships/tableStyles" Target="/ppt/tableStyles.xml" Id="R95568e98fcf845d6" /><Relationship Type="http://schemas.openxmlformats.org/officeDocument/2006/relationships/slide" Target="/ppt/slides/slide1.xml" Id="Rc1b1efe2f6844c47" /><Relationship Type="http://schemas.openxmlformats.org/officeDocument/2006/relationships/slide" Target="/ppt/slides/slide2.xml" Id="R138db9760b424f4e" /><Relationship Type="http://schemas.openxmlformats.org/officeDocument/2006/relationships/slide" Target="/ppt/slides/slide3.xml" Id="Rda93c34def974aa2" /><Relationship Type="http://schemas.openxmlformats.org/officeDocument/2006/relationships/slide" Target="/ppt/slides/slide4.xml" Id="R603400f493434242" /><Relationship Type="http://schemas.openxmlformats.org/officeDocument/2006/relationships/slide" Target="/ppt/slides/slide5.xml" Id="Rb949bea9e337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56bf8f50545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229dfe945544a4" /><Relationship Type="http://schemas.openxmlformats.org/officeDocument/2006/relationships/notesMaster" Target="/ppt/notesMasters/notesMaster1.xml" Id="R2b1decf2fcdf44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31859856aa4b58" /><Relationship Type="http://schemas.openxmlformats.org/officeDocument/2006/relationships/notesMaster" Target="/ppt/notesMasters/notesMaster1.xml" Id="R666318ac6b3544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c69c481e934651" /><Relationship Type="http://schemas.openxmlformats.org/officeDocument/2006/relationships/notesMaster" Target="/ppt/notesMasters/notesMaster1.xml" Id="R7e697f0b8e6342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c6ffbd802844eb" /><Relationship Type="http://schemas.openxmlformats.org/officeDocument/2006/relationships/notesMaster" Target="/ppt/notesMasters/notesMaster1.xml" Id="Rdab9015547eb48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19cff7b164844" /><Relationship Type="http://schemas.openxmlformats.org/officeDocument/2006/relationships/notesMaster" Target="/ppt/notesMasters/notesMaster1.xml" Id="R3e04e7307f2344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8ebf60bad4d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d5d81931d41d9" /><Relationship Type="http://schemas.openxmlformats.org/officeDocument/2006/relationships/slideLayout" Target="/ppt/slideLayouts/slideLayout1.xml" Id="R59a5134584944f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5134584944f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603f7749f48a0" /><Relationship Type="http://schemas.openxmlformats.org/officeDocument/2006/relationships/notesSlide" Target="/ppt/notesSlides/notesSlide1.xml" Id="R6af43b35dccd46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64f6fa9744631" /><Relationship Type="http://schemas.openxmlformats.org/officeDocument/2006/relationships/notesSlide" Target="/ppt/notesSlides/notesSlide2.xml" Id="R2490d6051ff143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85a3396994076" /><Relationship Type="http://schemas.openxmlformats.org/officeDocument/2006/relationships/notesSlide" Target="/ppt/notesSlides/notesSlide3.xml" Id="Rabcb132638854b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4cd71593347b4" /><Relationship Type="http://schemas.openxmlformats.org/officeDocument/2006/relationships/notesSlide" Target="/ppt/notesSlides/notesSlide4.xml" Id="R6204f05725d243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850277c374783" /><Relationship Type="http://schemas.openxmlformats.org/officeDocument/2006/relationships/notesSlide" Target="/ppt/notesSlides/notesSlide5.xml" Id="R5392b632290b4f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ro-accent">
            <a:extLst xmlns:a="http://schemas.openxmlformats.org/drawingml/2006/main">
              <a:ext uri="{FF2B5EF4-FFF2-40B4-BE49-F238E27FC236}">
                <a16:creationId xmlns:a16="http://schemas.microsoft.com/office/drawing/2014/main" id="{3DB8DF66-0067-429C-A832-5D80121E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0"/>
            <a:ext cx="4524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ro-orb">
            <a:extLst xmlns:a="http://schemas.openxmlformats.org/drawingml/2006/main">
              <a:ext uri="{FF2B5EF4-FFF2-40B4-BE49-F238E27FC236}">
                <a16:creationId xmlns:a16="http://schemas.microsoft.com/office/drawing/2014/main" id="{3F2A8C16-3432-4E31-B7D6-E6D2D23E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38175"/>
            <a:ext cx="30289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FE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1">
            <a:extLst xmlns:a="http://schemas.openxmlformats.org/drawingml/2006/main">
              <a:ext uri="{FF2B5EF4-FFF2-40B4-BE49-F238E27FC236}">
                <a16:creationId xmlns:a16="http://schemas.microsoft.com/office/drawing/2014/main" id="{1D0AD03D-43CD-4879-95FA-171DAC3C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PITCHING APLIKASI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AED2FBF0-30D3-4759-AB16-F04F1C7B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EC732F6-2A47-417D-BA6B-AAECD358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435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Hafalan yang tumbuh</a:t>
            </a:r>
          </a:p>
          <a:p xmlns:a="http://schemas.openxmlformats.org/drawingml/2006/main">
            <a:pPr algn="l">
              <a:defRPr sz="435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435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dari kehadiran.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B5BACEE-143B-4C75-B549-84BA7F23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85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Wali Tahfiz membantu Ayah dan Bunda membangun kebiasaan hafalan Al-Qur’an yang kecil, terarah, dan menyenangkan.</a:t>
            </a:r>
          </a:p>
        </p:txBody>
      </p:sp>
      <p:sp>
        <p:nvSpPr>
          <p:cNvPr id="7" name="promise">
            <a:extLst xmlns:a="http://schemas.openxmlformats.org/drawingml/2006/main">
              <a:ext uri="{FF2B5EF4-FFF2-40B4-BE49-F238E27FC236}">
                <a16:creationId xmlns:a16="http://schemas.microsoft.com/office/drawing/2014/main" id="{70F63D4F-E9E1-4DB0-9922-A353CF91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4777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ise-text">
            <a:extLst xmlns:a="http://schemas.openxmlformats.org/drawingml/2006/main">
              <a:ext uri="{FF2B5EF4-FFF2-40B4-BE49-F238E27FC236}">
                <a16:creationId xmlns:a16="http://schemas.microsoft.com/office/drawing/2014/main" id="{17E30197-6783-4431-A852-81FD75ED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72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Pendamping keluarga, bukan pengganti wali.</a:t>
            </a:r>
          </a:p>
        </p:txBody>
      </p:sp>
      <p:sp>
        <p:nvSpPr>
          <p:cNvPr id="9" name="phone-shadow">
            <a:extLst xmlns:a="http://schemas.openxmlformats.org/drawingml/2006/main">
              <a:ext uri="{FF2B5EF4-FFF2-40B4-BE49-F238E27FC236}">
                <a16:creationId xmlns:a16="http://schemas.microsoft.com/office/drawing/2014/main" id="{B8681B2D-52C8-43E8-A8F0-97BFC27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123950"/>
            <a:ext cx="2628900" cy="48768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8E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one">
            <a:extLst xmlns:a="http://schemas.openxmlformats.org/drawingml/2006/main">
              <a:ext uri="{FF2B5EF4-FFF2-40B4-BE49-F238E27FC236}">
                <a16:creationId xmlns:a16="http://schemas.microsoft.com/office/drawing/2014/main" id="{F6566F44-14B0-4369-96C3-BF4EF730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71550"/>
            <a:ext cx="2628900" cy="48768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213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2B858F6A-71E6-4E86-A0C4-64263DC1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43000"/>
            <a:ext cx="2381250" cy="45434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one-speaker">
            <a:extLst xmlns:a="http://schemas.openxmlformats.org/drawingml/2006/main">
              <a:ext uri="{FF2B5EF4-FFF2-40B4-BE49-F238E27FC236}">
                <a16:creationId xmlns:a16="http://schemas.microsoft.com/office/drawing/2014/main" id="{B7E338BD-88C3-4DEB-990E-6BB5329A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057275"/>
            <a:ext cx="57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85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hone-brand">
            <a:extLst xmlns:a="http://schemas.openxmlformats.org/drawingml/2006/main">
              <a:ext uri="{FF2B5EF4-FFF2-40B4-BE49-F238E27FC236}">
                <a16:creationId xmlns:a16="http://schemas.microsoft.com/office/drawing/2014/main" id="{C97816AE-6A7A-48C0-B001-A1AEF901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716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WALI TAHFIZ</a:t>
            </a:r>
          </a:p>
        </p:txBody>
      </p:sp>
      <p:sp>
        <p:nvSpPr>
          <p:cNvPr id="14" name="phone-title">
            <a:extLst xmlns:a="http://schemas.openxmlformats.org/drawingml/2006/main">
              <a:ext uri="{FF2B5EF4-FFF2-40B4-BE49-F238E27FC236}">
                <a16:creationId xmlns:a16="http://schemas.microsoft.com/office/drawing/2014/main" id="{3B6EB75A-8660-46D5-B921-8C70A785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Hari ini, mulai pelan</a:t>
            </a:r>
          </a:p>
        </p:txBody>
      </p:sp>
      <p:sp>
        <p:nvSpPr>
          <p:cNvPr id="15" name="phone-item-0">
            <a:extLst xmlns:a="http://schemas.openxmlformats.org/drawingml/2006/main">
              <a:ext uri="{FF2B5EF4-FFF2-40B4-BE49-F238E27FC236}">
                <a16:creationId xmlns:a16="http://schemas.microsoft.com/office/drawing/2014/main" id="{49ABC7DB-DE51-4231-ABBD-CAC12A1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14550" cy="561975"/>
          </a:xfrm>
          <a:prstGeom xmlns:a="http://schemas.openxmlformats.org/drawingml/2006/main" prst="roundRect">
            <a:avLst>
              <a:gd name="adj" fmla="val 27119"/>
            </a:avLst>
          </a:prstGeom>
          <a:solidFill xmlns:a="http://schemas.openxmlformats.org/drawingml/2006/main">
            <a:srgbClr val="FFE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one-item-title-0">
            <a:extLst xmlns:a="http://schemas.openxmlformats.org/drawingml/2006/main">
              <a:ext uri="{FF2B5EF4-FFF2-40B4-BE49-F238E27FC236}">
                <a16:creationId xmlns:a16="http://schemas.microsoft.com/office/drawing/2014/main" id="{F6206D45-D3AA-4C45-84B9-A2CF3641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E4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15E44"/>
                </a:solidFill>
                <a:latin typeface="Aptos"/>
                <a:ea typeface="Aptos"/>
                <a:cs typeface="Aptos"/>
              </a:rPr>
              <a:t>Target baru</a:t>
            </a:r>
          </a:p>
        </p:txBody>
      </p:sp>
      <p:sp>
        <p:nvSpPr>
          <p:cNvPr id="17" name="phone-item-sub-0">
            <a:extLst xmlns:a="http://schemas.openxmlformats.org/drawingml/2006/main">
              <a:ext uri="{FF2B5EF4-FFF2-40B4-BE49-F238E27FC236}">
                <a16:creationId xmlns:a16="http://schemas.microsoft.com/office/drawing/2014/main" id="{8A754886-2E94-496A-B367-53B1B8BF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1937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An-Nas · ayat 1–2</a:t>
            </a:r>
          </a:p>
        </p:txBody>
      </p:sp>
      <p:sp>
        <p:nvSpPr>
          <p:cNvPr id="18" name="phone-item-1">
            <a:extLst xmlns:a="http://schemas.openxmlformats.org/drawingml/2006/main">
              <a:ext uri="{FF2B5EF4-FFF2-40B4-BE49-F238E27FC236}">
                <a16:creationId xmlns:a16="http://schemas.microsoft.com/office/drawing/2014/main" id="{7FAEDD72-BAB3-4452-8EB6-93A28533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2114550" cy="561975"/>
          </a:xfrm>
          <a:prstGeom xmlns:a="http://schemas.openxmlformats.org/drawingml/2006/main" prst="roundRect">
            <a:avLst>
              <a:gd name="adj" fmla="val 27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hone-item-title-1">
            <a:extLst xmlns:a="http://schemas.openxmlformats.org/drawingml/2006/main">
              <a:ext uri="{FF2B5EF4-FFF2-40B4-BE49-F238E27FC236}">
                <a16:creationId xmlns:a16="http://schemas.microsoft.com/office/drawing/2014/main" id="{D93EA4FC-BCA3-4C82-A790-4414C20A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312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1312A"/>
                </a:solidFill>
                <a:latin typeface="Aptos"/>
                <a:ea typeface="Aptos"/>
                <a:cs typeface="Aptos"/>
              </a:rPr>
              <a:t>Murojaah</a:t>
            </a:r>
          </a:p>
        </p:txBody>
      </p:sp>
      <p:sp>
        <p:nvSpPr>
          <p:cNvPr id="20" name="phone-item-sub-1">
            <a:extLst xmlns:a="http://schemas.openxmlformats.org/drawingml/2006/main">
              <a:ext uri="{FF2B5EF4-FFF2-40B4-BE49-F238E27FC236}">
                <a16:creationId xmlns:a16="http://schemas.microsoft.com/office/drawing/2014/main" id="{AE8429A6-287E-4422-AAEB-5B86E663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0517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Siap diulang hari ini</a:t>
            </a:r>
          </a:p>
        </p:txBody>
      </p:sp>
      <p:sp>
        <p:nvSpPr>
          <p:cNvPr id="21" name="phone-item-2">
            <a:extLst xmlns:a="http://schemas.openxmlformats.org/drawingml/2006/main">
              <a:ext uri="{FF2B5EF4-FFF2-40B4-BE49-F238E27FC236}">
                <a16:creationId xmlns:a16="http://schemas.microsoft.com/office/drawing/2014/main" id="{B5726D8F-B113-4865-95C8-9F53C1BF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2114550" cy="561975"/>
          </a:xfrm>
          <a:prstGeom xmlns:a="http://schemas.openxmlformats.org/drawingml/2006/main" prst="roundRect">
            <a:avLst>
              <a:gd name="adj" fmla="val 27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one-item-title-2">
            <a:extLst xmlns:a="http://schemas.openxmlformats.org/drawingml/2006/main">
              <a:ext uri="{FF2B5EF4-FFF2-40B4-BE49-F238E27FC236}">
                <a16:creationId xmlns:a16="http://schemas.microsoft.com/office/drawing/2014/main" id="{E7E3AD16-AB52-4607-828A-5DCE39BC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004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1312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1312A"/>
                </a:solidFill>
                <a:latin typeface="Aptos"/>
                <a:ea typeface="Aptos"/>
                <a:cs typeface="Aptos"/>
              </a:rPr>
              <a:t>Teman Hafalan</a:t>
            </a:r>
          </a:p>
        </p:txBody>
      </p:sp>
      <p:sp>
        <p:nvSpPr>
          <p:cNvPr id="23" name="phone-item-sub-2">
            <a:extLst xmlns:a="http://schemas.openxmlformats.org/drawingml/2006/main">
              <a:ext uri="{FF2B5EF4-FFF2-40B4-BE49-F238E27FC236}">
                <a16:creationId xmlns:a16="http://schemas.microsoft.com/office/drawing/2014/main" id="{BF518798-AB51-449E-AEE0-95EE7AA4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9097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Satu saran lembut</a:t>
            </a:r>
          </a:p>
        </p:txBody>
      </p:sp>
      <p:sp>
        <p:nvSpPr>
          <p:cNvPr id="24" name="phone-action">
            <a:extLst xmlns:a="http://schemas.openxmlformats.org/drawingml/2006/main">
              <a:ext uri="{FF2B5EF4-FFF2-40B4-BE49-F238E27FC236}">
                <a16:creationId xmlns:a16="http://schemas.microsoft.com/office/drawing/2014/main" id="{9DF852E5-F2EA-40B5-AF22-A674046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0150"/>
            <a:ext cx="211455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4777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hone-action-text">
            <a:extLst xmlns:a="http://schemas.openxmlformats.org/drawingml/2006/main">
              <a:ext uri="{FF2B5EF4-FFF2-40B4-BE49-F238E27FC236}">
                <a16:creationId xmlns:a16="http://schemas.microsoft.com/office/drawing/2014/main" id="{025035C6-451E-4DEE-9BE9-23450BA1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1054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Mulai sesi kecil</a:t>
            </a:r>
          </a:p>
        </p:txBody>
      </p:sp>
    </p:spTree>
    <p:extLst>
      <p:ext uri="{BB962C8B-B14F-4D97-AF65-F5344CB8AC3E}">
        <p14:creationId xmlns:p14="http://schemas.microsoft.com/office/powerpoint/2010/main" val="977034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2">
            <a:extLst xmlns:a="http://schemas.openxmlformats.org/drawingml/2006/main">
              <a:ext uri="{FF2B5EF4-FFF2-40B4-BE49-F238E27FC236}">
                <a16:creationId xmlns:a16="http://schemas.microsoft.com/office/drawing/2014/main" id="{F4EFEE55-D4AB-45A2-8F9D-D3D48052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TANTANGAN KELUARGA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49A22184-E749-42F1-AADC-9731E432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D5DEDF-2478-480E-BB55-40838754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90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360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Niat ada. Ritme belum</a:t>
            </a:r>
          </a:p>
          <a:p xmlns:a="http://schemas.openxmlformats.org/drawingml/2006/main">
            <a:pPr algn="l">
              <a:defRPr sz="360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360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selalu terbentuk.</a:t>
            </a:r>
          </a:p>
        </p:txBody>
      </p:sp>
      <p:sp>
        <p:nvSpPr>
          <p:cNvPr id="4" name="desc">
            <a:extLst xmlns:a="http://schemas.openxmlformats.org/drawingml/2006/main">
              <a:ext uri="{FF2B5EF4-FFF2-40B4-BE49-F238E27FC236}">
                <a16:creationId xmlns:a16="http://schemas.microsoft.com/office/drawing/2014/main" id="{AF4F672A-DC02-470E-8BFE-77E6CDC1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Dalam hari yang padat, hafalan sering terasa terlalu besar untuk dimulai.</a:t>
            </a:r>
          </a:p>
        </p:txBody>
      </p:sp>
      <p:sp>
        <p:nvSpPr>
          <p:cNvPr id="5" name="challenge-0">
            <a:extLst xmlns:a="http://schemas.openxmlformats.org/drawingml/2006/main">
              <a:ext uri="{FF2B5EF4-FFF2-40B4-BE49-F238E27FC236}">
                <a16:creationId xmlns:a16="http://schemas.microsoft.com/office/drawing/2014/main" id="{49B7475A-6D0E-4731-865A-CC98335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781300" cy="1590675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FE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allenge-num-0">
            <a:extLst xmlns:a="http://schemas.openxmlformats.org/drawingml/2006/main">
              <a:ext uri="{FF2B5EF4-FFF2-40B4-BE49-F238E27FC236}">
                <a16:creationId xmlns:a16="http://schemas.microsoft.com/office/drawing/2014/main" id="{6820296B-32AF-46DF-AAC3-31C5F59A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95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D6F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D6F4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challenge-title-0">
            <a:extLst xmlns:a="http://schemas.openxmlformats.org/drawingml/2006/main">
              <a:ext uri="{FF2B5EF4-FFF2-40B4-BE49-F238E27FC236}">
                <a16:creationId xmlns:a16="http://schemas.microsoft.com/office/drawing/2014/main" id="{4849B706-3406-4FE8-ADA2-D9A61258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6722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1312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i="0">
                <a:solidFill>
                  <a:srgbClr val="21312A"/>
                </a:solidFill>
                <a:latin typeface="Trebuchet MS"/>
                <a:ea typeface="Trebuchet MS"/>
                <a:cs typeface="Trebuchet MS"/>
              </a:rPr>
              <a:t>“Mulai dari mana?”</a:t>
            </a:r>
          </a:p>
        </p:txBody>
      </p:sp>
      <p:sp>
        <p:nvSpPr>
          <p:cNvPr id="8" name="challenge-body-0">
            <a:extLst xmlns:a="http://schemas.openxmlformats.org/drawingml/2006/main">
              <a:ext uri="{FF2B5EF4-FFF2-40B4-BE49-F238E27FC236}">
                <a16:creationId xmlns:a16="http://schemas.microsoft.com/office/drawing/2014/main" id="{D73CD420-2B46-4C4F-B3BA-D66C75CA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029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Materi terasa besar.</a:t>
            </a:r>
          </a:p>
        </p:txBody>
      </p:sp>
      <p:sp>
        <p:nvSpPr>
          <p:cNvPr id="9" name="challenge-1">
            <a:extLst xmlns:a="http://schemas.openxmlformats.org/drawingml/2006/main">
              <a:ext uri="{FF2B5EF4-FFF2-40B4-BE49-F238E27FC236}">
                <a16:creationId xmlns:a16="http://schemas.microsoft.com/office/drawing/2014/main" id="{EAD87CC8-DFCE-4BAC-A664-2FD5BF02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67150"/>
            <a:ext cx="2781300" cy="1590675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D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allenge-num-1">
            <a:extLst xmlns:a="http://schemas.openxmlformats.org/drawingml/2006/main">
              <a:ext uri="{FF2B5EF4-FFF2-40B4-BE49-F238E27FC236}">
                <a16:creationId xmlns:a16="http://schemas.microsoft.com/office/drawing/2014/main" id="{8166E315-7763-4E63-B4E9-AD057660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95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D6F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D6F4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challenge-title-1">
            <a:extLst xmlns:a="http://schemas.openxmlformats.org/drawingml/2006/main">
              <a:ext uri="{FF2B5EF4-FFF2-40B4-BE49-F238E27FC236}">
                <a16:creationId xmlns:a16="http://schemas.microsoft.com/office/drawing/2014/main" id="{47BE7D36-2039-405C-8482-4BBDE790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6722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1312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i="0">
                <a:solidFill>
                  <a:srgbClr val="21312A"/>
                </a:solidFill>
                <a:latin typeface="Trebuchet MS"/>
                <a:ea typeface="Trebuchet MS"/>
                <a:cs typeface="Trebuchet MS"/>
              </a:rPr>
              <a:t>“Kapan mengulang?”</a:t>
            </a:r>
          </a:p>
        </p:txBody>
      </p:sp>
      <p:sp>
        <p:nvSpPr>
          <p:cNvPr id="12" name="challenge-body-1">
            <a:extLst xmlns:a="http://schemas.openxmlformats.org/drawingml/2006/main">
              <a:ext uri="{FF2B5EF4-FFF2-40B4-BE49-F238E27FC236}">
                <a16:creationId xmlns:a16="http://schemas.microsoft.com/office/drawing/2014/main" id="{C29B41B6-AD6D-4B3C-8BBF-66A83872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29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Murojaah mudah terlewat.</a:t>
            </a:r>
          </a:p>
        </p:txBody>
      </p:sp>
      <p:sp>
        <p:nvSpPr>
          <p:cNvPr id="13" name="challenge-2">
            <a:extLst xmlns:a="http://schemas.openxmlformats.org/drawingml/2006/main">
              <a:ext uri="{FF2B5EF4-FFF2-40B4-BE49-F238E27FC236}">
                <a16:creationId xmlns:a16="http://schemas.microsoft.com/office/drawing/2014/main" id="{4D3E58C3-DF41-4689-995D-CFB6F097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67150"/>
            <a:ext cx="2781300" cy="1590675"/>
          </a:xfrm>
          <a:prstGeom xmlns:a="http://schemas.openxmlformats.org/drawingml/2006/main" prst="roundRect">
            <a:avLst>
              <a:gd name="adj" fmla="val 9581"/>
            </a:avLst>
          </a:prstGeom>
          <a:solidFill xmlns:a="http://schemas.openxmlformats.org/drawingml/2006/main">
            <a:srgbClr val="F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llenge-num-2">
            <a:extLst xmlns:a="http://schemas.openxmlformats.org/drawingml/2006/main">
              <a:ext uri="{FF2B5EF4-FFF2-40B4-BE49-F238E27FC236}">
                <a16:creationId xmlns:a16="http://schemas.microsoft.com/office/drawing/2014/main" id="{8CDE90DC-C1BA-45F8-A9AC-066248E3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D6F4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D6F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challenge-title-2">
            <a:extLst xmlns:a="http://schemas.openxmlformats.org/drawingml/2006/main">
              <a:ext uri="{FF2B5EF4-FFF2-40B4-BE49-F238E27FC236}">
                <a16:creationId xmlns:a16="http://schemas.microsoft.com/office/drawing/2014/main" id="{60E2F673-EB4D-4EF1-A556-07EFA1FA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6722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64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1312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i="0">
                <a:solidFill>
                  <a:srgbClr val="21312A"/>
                </a:solidFill>
                <a:latin typeface="Trebuchet MS"/>
                <a:ea typeface="Trebuchet MS"/>
                <a:cs typeface="Trebuchet MS"/>
              </a:rPr>
              <a:t>“Jangan sampai tertekan.”</a:t>
            </a:r>
          </a:p>
        </p:txBody>
      </p:sp>
      <p:sp>
        <p:nvSpPr>
          <p:cNvPr id="16" name="challenge-body-2">
            <a:extLst xmlns:a="http://schemas.openxmlformats.org/drawingml/2006/main">
              <a:ext uri="{FF2B5EF4-FFF2-40B4-BE49-F238E27FC236}">
                <a16:creationId xmlns:a16="http://schemas.microsoft.com/office/drawing/2014/main" id="{AE105D7A-0F2A-490E-80BA-B536901F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29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Anak butuh suasana hangat.</a:t>
            </a:r>
          </a:p>
        </p:txBody>
      </p:sp>
      <p:sp>
        <p:nvSpPr>
          <p:cNvPr id="17" name="footer-statement">
            <a:extLst xmlns:a="http://schemas.openxmlformats.org/drawingml/2006/main">
              <a:ext uri="{FF2B5EF4-FFF2-40B4-BE49-F238E27FC236}">
                <a16:creationId xmlns:a16="http://schemas.microsoft.com/office/drawing/2014/main" id="{B6BDD300-FAFF-49C9-AD83-F3B31084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Keluarga tidak membutuhkan target yang lebih berat—mereka membutuhkan cara yang terasa mungkin.</a:t>
            </a:r>
          </a:p>
        </p:txBody>
      </p:sp>
    </p:spTree>
    <p:extLst>
      <p:ext uri="{BB962C8B-B14F-4D97-AF65-F5344CB8AC3E}">
        <p14:creationId xmlns:p14="http://schemas.microsoft.com/office/powerpoint/2010/main" val="1164621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3">
            <a:extLst xmlns:a="http://schemas.openxmlformats.org/drawingml/2006/main">
              <a:ext uri="{FF2B5EF4-FFF2-40B4-BE49-F238E27FC236}">
                <a16:creationId xmlns:a16="http://schemas.microsoft.com/office/drawing/2014/main" id="{558269DE-D269-4875-A9FA-093336EA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SOLUSI INTI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D9CA7450-83CE-44EE-BB30-C9F8BFA4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E15297-E2CF-4235-894F-031FD13B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360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Satu target kecil,</a:t>
            </a:r>
          </a:p>
          <a:p xmlns:a="http://schemas.openxmlformats.org/drawingml/2006/main">
            <a:pPr algn="l">
              <a:defRPr sz="360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3600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satu sesi yang terarah.</a:t>
            </a:r>
          </a:p>
        </p:txBody>
      </p:sp>
      <p:sp>
        <p:nvSpPr>
          <p:cNvPr id="4" name="desc">
            <a:extLst xmlns:a="http://schemas.openxmlformats.org/drawingml/2006/main">
              <a:ext uri="{FF2B5EF4-FFF2-40B4-BE49-F238E27FC236}">
                <a16:creationId xmlns:a16="http://schemas.microsoft.com/office/drawing/2014/main" id="{4435705D-6FE2-4077-A483-6DB30758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Wali Tahfiz memecah latihan menjadi langkah yang mudah diikuti bersama anak.</a:t>
            </a:r>
          </a:p>
        </p:txBody>
      </p:sp>
      <p:sp>
        <p:nvSpPr>
          <p:cNvPr id="5" name="step-0">
            <a:extLst xmlns:a="http://schemas.openxmlformats.org/drawingml/2006/main">
              <a:ext uri="{FF2B5EF4-FFF2-40B4-BE49-F238E27FC236}">
                <a16:creationId xmlns:a16="http://schemas.microsoft.com/office/drawing/2014/main" id="{F3BA33BB-EF73-4A16-931B-80C1CC4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43325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E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-0">
            <a:extLst xmlns:a="http://schemas.openxmlformats.org/drawingml/2006/main">
              <a:ext uri="{FF2B5EF4-FFF2-40B4-BE49-F238E27FC236}">
                <a16:creationId xmlns:a16="http://schemas.microsoft.com/office/drawing/2014/main" id="{8D706152-AC0F-4352-9130-04C6CA19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624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D6F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D6F4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step-t-0">
            <a:extLst xmlns:a="http://schemas.openxmlformats.org/drawingml/2006/main">
              <a:ext uri="{FF2B5EF4-FFF2-40B4-BE49-F238E27FC236}">
                <a16:creationId xmlns:a16="http://schemas.microsoft.com/office/drawing/2014/main" id="{66D6A224-5A1D-4A86-BFD8-C18680E9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434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Talaqqi</a:t>
            </a:r>
          </a:p>
        </p:txBody>
      </p:sp>
      <p:sp>
        <p:nvSpPr>
          <p:cNvPr id="8" name="step-b-0">
            <a:extLst xmlns:a="http://schemas.openxmlformats.org/drawingml/2006/main">
              <a:ext uri="{FF2B5EF4-FFF2-40B4-BE49-F238E27FC236}">
                <a16:creationId xmlns:a16="http://schemas.microsoft.com/office/drawing/2014/main" id="{C72D9225-8BB7-4114-8DDE-7CD1CB9B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Dengarkan satu ayat</a:t>
            </a:r>
          </a:p>
        </p:txBody>
      </p:sp>
      <p:sp>
        <p:nvSpPr>
          <p:cNvPr id="9" name="arrow-345">
            <a:extLst xmlns:a="http://schemas.openxmlformats.org/drawingml/2006/main">
              <a:ext uri="{FF2B5EF4-FFF2-40B4-BE49-F238E27FC236}">
                <a16:creationId xmlns:a16="http://schemas.microsoft.com/office/drawing/2014/main" id="{A5C81C9F-E4C4-4492-8B8D-C3216346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857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75C"/>
          </a:solidFill>
          <a:ln xmlns:a="http://schemas.openxmlformats.org/drawingml/2006/main" w="0">
            <a:solidFill>
              <a:srgbClr val="47775C"/>
            </a:solidFill>
            <a:prstDash val="solid"/>
          </a:ln>
        </p:spPr>
      </p:sp>
      <p:sp>
        <p:nvSpPr>
          <p:cNvPr id="10" name="step-1">
            <a:extLst xmlns:a="http://schemas.openxmlformats.org/drawingml/2006/main">
              <a:ext uri="{FF2B5EF4-FFF2-40B4-BE49-F238E27FC236}">
                <a16:creationId xmlns:a16="http://schemas.microsoft.com/office/drawing/2014/main" id="{FBB587AF-B14B-44D4-85C2-4208B9A6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43325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70B9E842-E811-40FB-A6B1-098CB6E2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D6F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D6F4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tep-t-1">
            <a:extLst xmlns:a="http://schemas.openxmlformats.org/drawingml/2006/main">
              <a:ext uri="{FF2B5EF4-FFF2-40B4-BE49-F238E27FC236}">
                <a16:creationId xmlns:a16="http://schemas.microsoft.com/office/drawing/2014/main" id="{9828C96A-8B87-4DC5-9978-EC2F8ADC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434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Tikrar</a:t>
            </a:r>
          </a:p>
        </p:txBody>
      </p:sp>
      <p:sp>
        <p:nvSpPr>
          <p:cNvPr id="13" name="step-b-1">
            <a:extLst xmlns:a="http://schemas.openxmlformats.org/drawingml/2006/main">
              <a:ext uri="{FF2B5EF4-FFF2-40B4-BE49-F238E27FC236}">
                <a16:creationId xmlns:a16="http://schemas.microsoft.com/office/drawing/2014/main" id="{4944E4CB-B16B-4D4E-920B-60C6387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434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Ulangi bersama wali</a:t>
            </a:r>
          </a:p>
        </p:txBody>
      </p:sp>
      <p:sp>
        <p:nvSpPr>
          <p:cNvPr id="14" name="arrow-678">
            <a:extLst xmlns:a="http://schemas.openxmlformats.org/drawingml/2006/main">
              <a:ext uri="{FF2B5EF4-FFF2-40B4-BE49-F238E27FC236}">
                <a16:creationId xmlns:a16="http://schemas.microsoft.com/office/drawing/2014/main" id="{F7847E24-6BDE-46E1-8CEC-F9B92516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3875"/>
            <a:ext cx="4857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75C"/>
          </a:solidFill>
          <a:ln xmlns:a="http://schemas.openxmlformats.org/drawingml/2006/main" w="0">
            <a:solidFill>
              <a:srgbClr val="47775C"/>
            </a:solidFill>
            <a:prstDash val="solid"/>
          </a:ln>
        </p:spPr>
      </p:sp>
      <p:sp>
        <p:nvSpPr>
          <p:cNvPr id="15" name="step-2">
            <a:extLst xmlns:a="http://schemas.openxmlformats.org/drawingml/2006/main">
              <a:ext uri="{FF2B5EF4-FFF2-40B4-BE49-F238E27FC236}">
                <a16:creationId xmlns:a16="http://schemas.microsoft.com/office/drawing/2014/main" id="{C4542F82-2096-44A0-AE7D-11D0787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743325"/>
            <a:ext cx="2476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-2">
            <a:extLst xmlns:a="http://schemas.openxmlformats.org/drawingml/2006/main">
              <a:ext uri="{FF2B5EF4-FFF2-40B4-BE49-F238E27FC236}">
                <a16:creationId xmlns:a16="http://schemas.microsoft.com/office/drawing/2014/main" id="{96B6047F-9979-4C00-B98A-93C0E526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624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D6F4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D6F4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step-t-2">
            <a:extLst xmlns:a="http://schemas.openxmlformats.org/drawingml/2006/main">
              <a:ext uri="{FF2B5EF4-FFF2-40B4-BE49-F238E27FC236}">
                <a16:creationId xmlns:a16="http://schemas.microsoft.com/office/drawing/2014/main" id="{A3D1A45F-1ABC-44CD-B6E9-B4E952CA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434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Rabt</a:t>
            </a:r>
          </a:p>
        </p:txBody>
      </p:sp>
      <p:sp>
        <p:nvSpPr>
          <p:cNvPr id="18" name="step-b-2">
            <a:extLst xmlns:a="http://schemas.openxmlformats.org/drawingml/2006/main">
              <a:ext uri="{FF2B5EF4-FFF2-40B4-BE49-F238E27FC236}">
                <a16:creationId xmlns:a16="http://schemas.microsoft.com/office/drawing/2014/main" id="{27AC7E0B-2402-459E-89E5-F519907E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434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Sambungkan hafalan</a:t>
            </a:r>
          </a:p>
        </p:txBody>
      </p:sp>
      <p:sp>
        <p:nvSpPr>
          <p:cNvPr id="19" name="review-band">
            <a:extLst xmlns:a="http://schemas.openxmlformats.org/drawingml/2006/main">
              <a:ext uri="{FF2B5EF4-FFF2-40B4-BE49-F238E27FC236}">
                <a16:creationId xmlns:a16="http://schemas.microsoft.com/office/drawing/2014/main" id="{63F25B5A-877C-4C71-9066-7578F49D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4777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view-label">
            <a:extLst xmlns:a="http://schemas.openxmlformats.org/drawingml/2006/main">
              <a:ext uri="{FF2B5EF4-FFF2-40B4-BE49-F238E27FC236}">
                <a16:creationId xmlns:a16="http://schemas.microsoft.com/office/drawing/2014/main" id="{D4ED7BE1-C383-4A99-96BA-2099CB40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E5C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E5C4"/>
                </a:solidFill>
                <a:latin typeface="Aptos"/>
                <a:ea typeface="Aptos"/>
                <a:cs typeface="Aptos"/>
              </a:rPr>
              <a:t>Murojaah berjarak</a:t>
            </a:r>
          </a:p>
        </p:txBody>
      </p:sp>
      <p:sp>
        <p:nvSpPr>
          <p:cNvPr id="21" name="review-interval">
            <a:extLst xmlns:a="http://schemas.openxmlformats.org/drawingml/2006/main">
              <a:ext uri="{FF2B5EF4-FFF2-40B4-BE49-F238E27FC236}">
                <a16:creationId xmlns:a16="http://schemas.microsoft.com/office/drawing/2014/main" id="{E7FA9E70-B96E-49D9-A435-B2850821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00725"/>
            <a:ext cx="585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 →  3  →  7  →  14  →  30 hari</a:t>
            </a:r>
          </a:p>
        </p:txBody>
      </p:sp>
    </p:spTree>
    <p:extLst>
      <p:ext uri="{BB962C8B-B14F-4D97-AF65-F5344CB8AC3E}">
        <p14:creationId xmlns:p14="http://schemas.microsoft.com/office/powerpoint/2010/main" val="202526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4">
            <a:extLst xmlns:a="http://schemas.openxmlformats.org/drawingml/2006/main">
              <a:ext uri="{FF2B5EF4-FFF2-40B4-BE49-F238E27FC236}">
                <a16:creationId xmlns:a16="http://schemas.microsoft.com/office/drawing/2014/main" id="{8E066E58-DCCD-437A-9C25-2E466094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MENGUATKAN PERAN WALI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BBC3FFA9-09D3-4ABE-B6C2-34BEEC0F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47775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7775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6BE9B9-1871-4B7F-8DDB-C9CA238D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352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Dirancang untuk menemani,</a:t>
            </a:r>
          </a:p>
          <a:p xmlns:a="http://schemas.openxmlformats.org/drawingml/2006/main">
            <a:pPr algn="l">
              <a:defRPr sz="352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defRPr>
            </a:pPr>
            <a:r>
              <a:rPr sz="3525" b="1" i="0">
                <a:solidFill>
                  <a:srgbClr val="315E44"/>
                </a:solidFill>
                <a:latin typeface="Trebuchet MS"/>
                <a:ea typeface="Trebuchet MS"/>
                <a:cs typeface="Trebuchet MS"/>
              </a:rPr>
              <a:t>bukan menekan.</a:t>
            </a:r>
          </a:p>
        </p:txBody>
      </p:sp>
      <p:sp>
        <p:nvSpPr>
          <p:cNvPr id="4" name="desc">
            <a:extLst xmlns:a="http://schemas.openxmlformats.org/drawingml/2006/main">
              <a:ext uri="{FF2B5EF4-FFF2-40B4-BE49-F238E27FC236}">
                <a16:creationId xmlns:a16="http://schemas.microsoft.com/office/drawing/2014/main" id="{3841EAFB-30A5-48C4-98FC-55B5E40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611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Setiap fitur menjaga fokus pada hubungan hangat antara wali dan anak.</a:t>
            </a:r>
          </a:p>
        </p:txBody>
      </p:sp>
      <p:sp>
        <p:nvSpPr>
          <p:cNvPr id="5" name="feature-0">
            <a:extLst xmlns:a="http://schemas.openxmlformats.org/drawingml/2006/main">
              <a:ext uri="{FF2B5EF4-FFF2-40B4-BE49-F238E27FC236}">
                <a16:creationId xmlns:a16="http://schemas.microsoft.com/office/drawing/2014/main" id="{8F10040D-0778-41B7-94C5-24A78F13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53149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dot-0">
            <a:extLst xmlns:a="http://schemas.openxmlformats.org/drawingml/2006/main">
              <a:ext uri="{FF2B5EF4-FFF2-40B4-BE49-F238E27FC236}">
                <a16:creationId xmlns:a16="http://schemas.microsoft.com/office/drawing/2014/main" id="{8EAD52F8-AEF2-48FB-9919-7FEA101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6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eature-index-0">
            <a:extLst xmlns:a="http://schemas.openxmlformats.org/drawingml/2006/main">
              <a:ext uri="{FF2B5EF4-FFF2-40B4-BE49-F238E27FC236}">
                <a16:creationId xmlns:a16="http://schemas.microsoft.com/office/drawing/2014/main" id="{8BBD6159-2AB9-41BB-8DAB-CDDA292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feature-title-0">
            <a:extLst xmlns:a="http://schemas.openxmlformats.org/drawingml/2006/main">
              <a:ext uri="{FF2B5EF4-FFF2-40B4-BE49-F238E27FC236}">
                <a16:creationId xmlns:a16="http://schemas.microsoft.com/office/drawing/2014/main" id="{BB94EB42-A89E-4CB7-B757-7DE619D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05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31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1312A"/>
                </a:solidFill>
                <a:latin typeface="Aptos"/>
                <a:ea typeface="Aptos"/>
                <a:cs typeface="Aptos"/>
              </a:rPr>
              <a:t>Audio Al-Fatihah &amp; Juz 30</a:t>
            </a:r>
          </a:p>
        </p:txBody>
      </p:sp>
      <p:sp>
        <p:nvSpPr>
          <p:cNvPr id="9" name="feature-body-0">
            <a:extLst xmlns:a="http://schemas.openxmlformats.org/drawingml/2006/main">
              <a:ext uri="{FF2B5EF4-FFF2-40B4-BE49-F238E27FC236}">
                <a16:creationId xmlns:a16="http://schemas.microsoft.com/office/drawing/2014/main" id="{33E0A0AD-A666-4441-89AC-E460B97A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4257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Putar ayat, atur rentang, dan ulangi sesuai ritme keluarga.</a:t>
            </a:r>
          </a:p>
        </p:txBody>
      </p:sp>
      <p:sp>
        <p:nvSpPr>
          <p:cNvPr id="10" name="feature-1">
            <a:extLst xmlns:a="http://schemas.openxmlformats.org/drawingml/2006/main">
              <a:ext uri="{FF2B5EF4-FFF2-40B4-BE49-F238E27FC236}">
                <a16:creationId xmlns:a16="http://schemas.microsoft.com/office/drawing/2014/main" id="{7C22E2DB-92B1-42B5-A3CE-9293D548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53149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eature-dot-1">
            <a:extLst xmlns:a="http://schemas.openxmlformats.org/drawingml/2006/main">
              <a:ext uri="{FF2B5EF4-FFF2-40B4-BE49-F238E27FC236}">
                <a16:creationId xmlns:a16="http://schemas.microsoft.com/office/drawing/2014/main" id="{48A03343-780B-4804-BE37-4DF8F543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77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ure-index-1">
            <a:extLst xmlns:a="http://schemas.openxmlformats.org/drawingml/2006/main">
              <a:ext uri="{FF2B5EF4-FFF2-40B4-BE49-F238E27FC236}">
                <a16:creationId xmlns:a16="http://schemas.microsoft.com/office/drawing/2014/main" id="{533722B1-1840-493F-9DBA-509E5994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feature-title-1">
            <a:extLst xmlns:a="http://schemas.openxmlformats.org/drawingml/2006/main">
              <a:ext uri="{FF2B5EF4-FFF2-40B4-BE49-F238E27FC236}">
                <a16:creationId xmlns:a16="http://schemas.microsoft.com/office/drawing/2014/main" id="{2FEEB273-40EC-4BA3-8A31-088D55C0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05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31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1312A"/>
                </a:solidFill>
                <a:latin typeface="Aptos"/>
                <a:ea typeface="Aptos"/>
                <a:cs typeface="Aptos"/>
              </a:rPr>
              <a:t>Profil untuk setiap anak</a:t>
            </a:r>
          </a:p>
        </p:txBody>
      </p:sp>
      <p:sp>
        <p:nvSpPr>
          <p:cNvPr id="14" name="feature-body-1">
            <a:extLst xmlns:a="http://schemas.openxmlformats.org/drawingml/2006/main">
              <a:ext uri="{FF2B5EF4-FFF2-40B4-BE49-F238E27FC236}">
                <a16:creationId xmlns:a16="http://schemas.microsoft.com/office/drawing/2014/main" id="{909C738B-B68A-42AF-8FCC-CF7A6DCE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257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Target, hafalan, dan jadwal pengulangan tetap personal.</a:t>
            </a:r>
          </a:p>
        </p:txBody>
      </p:sp>
      <p:sp>
        <p:nvSpPr>
          <p:cNvPr id="15" name="feature-2">
            <a:extLst xmlns:a="http://schemas.openxmlformats.org/drawingml/2006/main">
              <a:ext uri="{FF2B5EF4-FFF2-40B4-BE49-F238E27FC236}">
                <a16:creationId xmlns:a16="http://schemas.microsoft.com/office/drawing/2014/main" id="{710046B2-5134-4E8C-B728-1F0BD98D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3149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ure-dot-2">
            <a:extLst xmlns:a="http://schemas.openxmlformats.org/drawingml/2006/main">
              <a:ext uri="{FF2B5EF4-FFF2-40B4-BE49-F238E27FC236}">
                <a16:creationId xmlns:a16="http://schemas.microsoft.com/office/drawing/2014/main" id="{B15499FE-78ED-4AE2-918A-DC615066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77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eature-index-2">
            <a:extLst xmlns:a="http://schemas.openxmlformats.org/drawingml/2006/main">
              <a:ext uri="{FF2B5EF4-FFF2-40B4-BE49-F238E27FC236}">
                <a16:creationId xmlns:a16="http://schemas.microsoft.com/office/drawing/2014/main" id="{0B637155-790C-43D4-B9CB-3A89254E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feature-title-2">
            <a:extLst xmlns:a="http://schemas.openxmlformats.org/drawingml/2006/main">
              <a:ext uri="{FF2B5EF4-FFF2-40B4-BE49-F238E27FC236}">
                <a16:creationId xmlns:a16="http://schemas.microsoft.com/office/drawing/2014/main" id="{72254C12-23C4-47C1-8478-CCD3AF19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720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31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1312A"/>
                </a:solidFill>
                <a:latin typeface="Aptos"/>
                <a:ea typeface="Aptos"/>
                <a:cs typeface="Aptos"/>
              </a:rPr>
              <a:t>Teman Hafalan yang kontekstual</a:t>
            </a:r>
          </a:p>
        </p:txBody>
      </p:sp>
      <p:sp>
        <p:nvSpPr>
          <p:cNvPr id="19" name="feature-body-2">
            <a:extLst xmlns:a="http://schemas.openxmlformats.org/drawingml/2006/main">
              <a:ext uri="{FF2B5EF4-FFF2-40B4-BE49-F238E27FC236}">
                <a16:creationId xmlns:a16="http://schemas.microsoft.com/office/drawing/2014/main" id="{E10DC661-131C-415C-84D0-5143DEE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4257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Saran ringan mengikuti suasana anak—termasuk saat perlu jeda.</a:t>
            </a:r>
          </a:p>
        </p:txBody>
      </p:sp>
      <p:sp>
        <p:nvSpPr>
          <p:cNvPr id="20" name="feature-3">
            <a:extLst xmlns:a="http://schemas.openxmlformats.org/drawingml/2006/main">
              <a:ext uri="{FF2B5EF4-FFF2-40B4-BE49-F238E27FC236}">
                <a16:creationId xmlns:a16="http://schemas.microsoft.com/office/drawing/2014/main" id="{F24B5B76-4B90-4749-8E78-B7A76EAF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53149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eature-dot-3">
            <a:extLst xmlns:a="http://schemas.openxmlformats.org/drawingml/2006/main">
              <a:ext uri="{FF2B5EF4-FFF2-40B4-BE49-F238E27FC236}">
                <a16:creationId xmlns:a16="http://schemas.microsoft.com/office/drawing/2014/main" id="{4A715F28-38DA-4DC4-A9C8-A49CDDD8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77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eature-index-3">
            <a:extLst xmlns:a="http://schemas.openxmlformats.org/drawingml/2006/main">
              <a:ext uri="{FF2B5EF4-FFF2-40B4-BE49-F238E27FC236}">
                <a16:creationId xmlns:a16="http://schemas.microsoft.com/office/drawing/2014/main" id="{3662F1D4-5476-45DF-A378-74C34028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9585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feature-title-3">
            <a:extLst xmlns:a="http://schemas.openxmlformats.org/drawingml/2006/main">
              <a:ext uri="{FF2B5EF4-FFF2-40B4-BE49-F238E27FC236}">
                <a16:creationId xmlns:a16="http://schemas.microsoft.com/office/drawing/2014/main" id="{2AF5872E-F692-426F-8160-D5A47512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312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1312A"/>
                </a:solidFill>
                <a:latin typeface="Aptos"/>
                <a:ea typeface="Aptos"/>
                <a:cs typeface="Aptos"/>
              </a:rPr>
              <a:t>Privasi yang sederhana</a:t>
            </a:r>
          </a:p>
        </p:txBody>
      </p:sp>
      <p:sp>
        <p:nvSpPr>
          <p:cNvPr id="24" name="feature-body-3">
            <a:extLst xmlns:a="http://schemas.openxmlformats.org/drawingml/2006/main">
              <a:ext uri="{FF2B5EF4-FFF2-40B4-BE49-F238E27FC236}">
                <a16:creationId xmlns:a16="http://schemas.microsoft.com/office/drawing/2014/main" id="{30F976C3-A493-410B-A3C7-6C988376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67300"/>
            <a:ext cx="4257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5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6756D"/>
                </a:solidFill>
                <a:latin typeface="Aptos"/>
                <a:ea typeface="Aptos"/>
                <a:cs typeface="Aptos"/>
              </a:rPr>
              <a:t>Data keluarga disimpan di perangkat melalui IndexedDB.</a:t>
            </a:r>
          </a:p>
        </p:txBody>
      </p:sp>
    </p:spTree>
    <p:extLst>
      <p:ext uri="{BB962C8B-B14F-4D97-AF65-F5344CB8AC3E}">
        <p14:creationId xmlns:p14="http://schemas.microsoft.com/office/powerpoint/2010/main" val="103735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15E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ing-orb">
            <a:extLst xmlns:a="http://schemas.openxmlformats.org/drawingml/2006/main">
              <a:ext uri="{FF2B5EF4-FFF2-40B4-BE49-F238E27FC236}">
                <a16:creationId xmlns:a16="http://schemas.microsoft.com/office/drawing/2014/main" id="{035C616C-54DA-467A-ADEC-B8EB7D2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914400"/>
            <a:ext cx="485775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6E96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orb2">
            <a:extLst xmlns:a="http://schemas.openxmlformats.org/drawingml/2006/main">
              <a:ext uri="{FF2B5EF4-FFF2-40B4-BE49-F238E27FC236}">
                <a16:creationId xmlns:a16="http://schemas.microsoft.com/office/drawing/2014/main" id="{49A33018-199D-47D6-AF1C-DE82670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3495675" cy="3495675"/>
          </a:xfrm>
          <a:prstGeom xmlns:a="http://schemas.openxmlformats.org/drawingml/2006/main" prst="roundRect">
            <a:avLst>
              <a:gd name="adj" fmla="val 4360"/>
            </a:avLst>
          </a:prstGeom>
          <a:solidFill xmlns:a="http://schemas.openxmlformats.org/drawingml/2006/main">
            <a:srgbClr val="BD6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5">
            <a:extLst xmlns:a="http://schemas.openxmlformats.org/drawingml/2006/main">
              <a:ext uri="{FF2B5EF4-FFF2-40B4-BE49-F238E27FC236}">
                <a16:creationId xmlns:a16="http://schemas.microsoft.com/office/drawing/2014/main" id="{B01CCF38-ECC7-4B58-BC62-FFD0F022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E5C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E5C4"/>
                </a:solidFill>
                <a:latin typeface="Aptos"/>
                <a:ea typeface="Aptos"/>
                <a:cs typeface="Aptos"/>
              </a:rPr>
              <a:t>AJAKAN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7BA2521-8BAD-4B21-BA3D-69A7F5B2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FFE5C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E5C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45B8C3-2DD2-4693-B185-C75286D8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04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41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Mulai dari satu ayat.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41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Tumbuhkan kebiasaan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41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besar di rumah.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416B2B1-0A02-433A-AA6F-CF180C5C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600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4E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E4EFE1"/>
                </a:solidFill>
                <a:latin typeface="Aptos"/>
                <a:ea typeface="Aptos"/>
                <a:cs typeface="Aptos"/>
              </a:rPr>
              <a:t>Wali Tahfiz memberi keluarga satu ruang sederhana untuk hadir, berlatih, dan mengulang bersama.</a:t>
            </a:r>
          </a:p>
        </p:txBody>
      </p:sp>
      <p:sp>
        <p:nvSpPr>
          <p:cNvPr id="7" name="cta">
            <a:extLst xmlns:a="http://schemas.openxmlformats.org/drawingml/2006/main">
              <a:ext uri="{FF2B5EF4-FFF2-40B4-BE49-F238E27FC236}">
                <a16:creationId xmlns:a16="http://schemas.microsoft.com/office/drawing/2014/main" id="{4A95AD21-FB1B-433E-BFD7-02190F5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3718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E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ta-text">
            <a:extLst xmlns:a="http://schemas.openxmlformats.org/drawingml/2006/main">
              <a:ext uri="{FF2B5EF4-FFF2-40B4-BE49-F238E27FC236}">
                <a16:creationId xmlns:a16="http://schemas.microsoft.com/office/drawing/2014/main" id="{9D06988A-29C4-4379-89CB-E35365D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15E44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315E44"/>
                </a:solidFill>
                <a:latin typeface="Aptos"/>
                <a:ea typeface="Aptos"/>
                <a:cs typeface="Aptos"/>
              </a:rPr>
              <a:t>Wali Tahfiz</a:t>
            </a:r>
          </a:p>
        </p:txBody>
      </p:sp>
      <p:sp>
        <p:nvSpPr>
          <p:cNvPr id="9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FF0441D6-8F0D-4ABF-B42E-ED6B31E8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“Sedikit demi sedikit,</a:t>
            </a:r>
          </a:p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 i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dengan hati yang gembira.”</a:t>
            </a:r>
          </a:p>
        </p:txBody>
      </p:sp>
    </p:spTree>
    <p:extLst>
      <p:ext uri="{BB962C8B-B14F-4D97-AF65-F5344CB8AC3E}">
        <p14:creationId xmlns:p14="http://schemas.microsoft.com/office/powerpoint/2010/main" val="902679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2026-07-18T08:21:43.2800000Z</dcterms:created>
  <dcterms:modified xsi:type="dcterms:W3CDTF">2026-07-18T08:21:43.2800000Z</dcterms:modified>
</coreProperties>
</file>